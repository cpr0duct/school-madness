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VT323"/>
      <p:regular r:id="rId25"/>
    </p:embeddedFont>
    <p:embeddedFont>
      <p:font typeface="Press Start 2P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essStart2P-regular.fntdata"/><Relationship Id="rId25" Type="http://schemas.openxmlformats.org/officeDocument/2006/relationships/font" Target="fonts/VT323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10" Type="http://schemas.openxmlformats.org/officeDocument/2006/relationships/image" Target="../media/image46.png"/><Relationship Id="rId9" Type="http://schemas.openxmlformats.org/officeDocument/2006/relationships/image" Target="../media/image45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1719262"/>
            <a:ext cx="784860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95562" y="2119312"/>
            <a:ext cx="70008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B61A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SCHOOL MADNESS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0" y="3071812"/>
            <a:ext cx="66675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🎮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62250" y="3938587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Roboto"/>
                <a:ea typeface="Roboto"/>
                <a:cs typeface="Roboto"/>
                <a:sym typeface="Roboto"/>
              </a:rPr>
              <a:t>First Team Meeting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8B949E"/>
                </a:solidFill>
                <a:latin typeface="Roboto"/>
                <a:ea typeface="Roboto"/>
                <a:cs typeface="Roboto"/>
                <a:sym typeface="Roboto"/>
              </a:rPr>
              <a:t> Two Families, One Epic RPG Adventure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294483"/>
            <a:ext cx="2586037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7087" y="2294483"/>
            <a:ext cx="2586037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294483"/>
            <a:ext cx="2586037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10662" y="2294483"/>
            <a:ext cx="2586037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438275" y="3675608"/>
            <a:ext cx="7000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GENRE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0100" y="4351883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Story-driven RPG Adventure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170045" y="3675608"/>
            <a:ext cx="9801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SETTING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671887" y="4351883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School life with a magical twist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11841" y="3675608"/>
            <a:ext cx="8401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ENGINE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93718" y="4351883"/>
            <a:ext cx="127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RPG Maker MZ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123646" y="3675608"/>
            <a:ext cx="5600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GOAL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415462" y="4351883"/>
            <a:ext cx="197643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A fun, playable family project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31143" y="262785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74356" y="262785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46143" y="262785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75081" y="262785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MISSION OBJECTIVES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554509"/>
            <a:ext cx="3543300" cy="4642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1554509"/>
            <a:ext cx="3543300" cy="4642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3400" y="1554509"/>
            <a:ext cx="3543300" cy="4642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706880" y="2935634"/>
            <a:ext cx="1120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Family 1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695450" y="3650009"/>
            <a:ext cx="1143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[TECH CLASS]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535930" y="2935634"/>
            <a:ext cx="1120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Family 2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572125" y="3650009"/>
            <a:ext cx="1047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B61A2"/>
                </a:solidFill>
                <a:latin typeface="VT323"/>
                <a:ea typeface="VT323"/>
                <a:cs typeface="VT323"/>
                <a:sym typeface="VT323"/>
              </a:rPr>
              <a:t>[ART CLASS]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364980" y="2935634"/>
            <a:ext cx="1120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Everyone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210675" y="3650009"/>
            <a:ext cx="142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E05A"/>
                </a:solidFill>
                <a:latin typeface="VT323"/>
                <a:ea typeface="VT323"/>
                <a:cs typeface="VT323"/>
                <a:sym typeface="VT323"/>
              </a:rPr>
              <a:t>[PARTY MEMBERS]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1200" y="1887884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709737" y="4396680"/>
            <a:ext cx="1400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Maps &amp; Events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709737" y="4844355"/>
            <a:ext cx="1400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Database Config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709737" y="5292030"/>
            <a:ext cx="1400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Plugins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18878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838825" y="4396680"/>
            <a:ext cx="80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Sprites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838825" y="4844355"/>
            <a:ext cx="80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Tilesets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838825" y="5292030"/>
            <a:ext cx="80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UI Design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7875" y="1887884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9372600" y="4396680"/>
            <a:ext cx="1390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Story &amp; Dialogue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372600" y="4844355"/>
            <a:ext cx="1390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Brainstorming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372600" y="5292030"/>
            <a:ext cx="1390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Playtesting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423987" y="439668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423987" y="484435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423987" y="529203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553075" y="439668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5553075" y="484435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553075" y="529203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086850" y="439668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086850" y="484435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086850" y="529203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CHOOSE YOUR CHARACTER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0633"/>
            <a:ext cx="54102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2008733"/>
            <a:ext cx="53340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/>
          <p:nvPr/>
        </p:nvSpPr>
        <p:spPr>
          <a:xfrm>
            <a:off x="495300" y="2161133"/>
            <a:ext cx="5410200" cy="609600"/>
          </a:xfrm>
          <a:prstGeom prst="roundRect">
            <a:avLst>
              <a:gd fmla="val 9375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876300" y="2304008"/>
            <a:ext cx="48863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38636"/>
                </a:solidFill>
                <a:latin typeface="Roboto"/>
                <a:ea typeface="Roboto"/>
                <a:cs typeface="Roboto"/>
                <a:sym typeface="Roboto"/>
              </a:rPr>
              <a:t>✅ GitHub Repository: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Version control (Save System)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495300" y="2865983"/>
            <a:ext cx="5410200" cy="609600"/>
          </a:xfrm>
          <a:prstGeom prst="roundRect">
            <a:avLst>
              <a:gd fmla="val 9375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76300" y="3008858"/>
            <a:ext cx="48863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865F2"/>
                </a:solidFill>
                <a:latin typeface="Roboto"/>
                <a:ea typeface="Roboto"/>
                <a:cs typeface="Roboto"/>
                <a:sym typeface="Roboto"/>
              </a:rPr>
              <a:t>✅ Discord Server: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Team Comms (Chat Log)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495300" y="3570833"/>
            <a:ext cx="5410200" cy="609600"/>
          </a:xfrm>
          <a:prstGeom prst="roundRect">
            <a:avLst>
              <a:gd fmla="val 9375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76300" y="3713708"/>
            <a:ext cx="48863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F"/>
                </a:solidFill>
                <a:latin typeface="Roboto"/>
                <a:ea typeface="Roboto"/>
                <a:cs typeface="Roboto"/>
                <a:sym typeface="Roboto"/>
              </a:rPr>
              <a:t>✅ Trello Board: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Task Tracking (Quest Log)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495300" y="4275683"/>
            <a:ext cx="5410200" cy="609600"/>
          </a:xfrm>
          <a:prstGeom prst="roundRect">
            <a:avLst>
              <a:gd fmla="val 9375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876300" y="4418558"/>
            <a:ext cx="48863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D04B"/>
                </a:solidFill>
                <a:latin typeface="Roboto"/>
                <a:ea typeface="Roboto"/>
                <a:cs typeface="Roboto"/>
                <a:sym typeface="Roboto"/>
              </a:rPr>
              <a:t>✅ Google Drive: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Design Docs &amp; Assets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495300" y="4980533"/>
            <a:ext cx="5410200" cy="609600"/>
          </a:xfrm>
          <a:prstGeom prst="roundRect">
            <a:avLst>
              <a:gd fmla="val 9375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876300" y="5123408"/>
            <a:ext cx="48863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B61A2"/>
                </a:solidFill>
                <a:latin typeface="Roboto"/>
                <a:ea typeface="Roboto"/>
                <a:cs typeface="Roboto"/>
                <a:sym typeface="Roboto"/>
              </a:rPr>
              <a:t>✅ RPG Maker MZ: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The Game Engine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38175" y="2304008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495300" y="2761208"/>
            <a:ext cx="54102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38175" y="3008858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495300" y="3466058"/>
            <a:ext cx="54102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638175" y="3713708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495300" y="4170908"/>
            <a:ext cx="54102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638175" y="4418558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495300" y="4875758"/>
            <a:ext cx="54102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638175" y="5123408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495300" y="5580608"/>
            <a:ext cx="54102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INVENTORY &amp; EQUIPMENT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90550" y="590550"/>
            <a:ext cx="5180647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GITHUB: THE SAVE SYSTEM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90550" y="1586805"/>
            <a:ext cx="493395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050"/>
            <a:ext cx="6076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590550" y="2271712"/>
            <a:ext cx="4933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We use GitHub to store files in the cloud and track every change. It's like a time machine for our game!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590550" y="3262312"/>
            <a:ext cx="51806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&gt; How to Use: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590550" y="5738812"/>
            <a:ext cx="4933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Roboto"/>
                <a:ea typeface="Roboto"/>
                <a:cs typeface="Roboto"/>
                <a:sym typeface="Roboto"/>
              </a:rPr>
              <a:t>No command line needed. Just click the scripts!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876300" y="397668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EE787"/>
                </a:solidFill>
                <a:latin typeface="Roboto"/>
                <a:ea typeface="Roboto"/>
                <a:cs typeface="Roboto"/>
                <a:sym typeface="Roboto"/>
              </a:rPr>
              <a:t>1. Run pull-updates.bat (BEFORE working)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76300" y="4424362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EE787"/>
                </a:solidFill>
                <a:latin typeface="Roboto"/>
                <a:ea typeface="Roboto"/>
                <a:cs typeface="Roboto"/>
                <a:sym typeface="Roboto"/>
              </a:rPr>
              <a:t>2. Do your magic 🪄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76300" y="4872037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EE787"/>
                </a:solidFill>
                <a:latin typeface="Roboto"/>
                <a:ea typeface="Roboto"/>
                <a:cs typeface="Roboto"/>
                <a:sym typeface="Roboto"/>
              </a:rPr>
              <a:t>3. Run quick-commit.bat (AFTER working)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590550" y="3976687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590550" y="4424362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590550" y="4872037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115442"/>
            <a:ext cx="5410200" cy="3520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15442"/>
            <a:ext cx="5410200" cy="352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790575" y="2753617"/>
            <a:ext cx="506063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 Discord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790575" y="4620517"/>
            <a:ext cx="4819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E05A"/>
                </a:solidFill>
                <a:latin typeface="Roboto"/>
                <a:ea typeface="Roboto"/>
                <a:cs typeface="Roboto"/>
                <a:sym typeface="Roboto"/>
              </a:rPr>
              <a:t>⚠️ GOLDEN RULE: Post in coordination channel BEFORE opening RPG Maker!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581775" y="2753617"/>
            <a:ext cx="506063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 Trello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581775" y="4772917"/>
            <a:ext cx="4819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Backlog Doing Done</a:t>
            </a:r>
            <a:endParaRPr/>
          </a:p>
        </p:txBody>
      </p:sp>
      <p:pic>
        <p:nvPicPr>
          <p:cNvPr descr="image.png" id="206" name="Google Shape;20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275361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1076325" y="3267967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#task-coordination: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WHO is doing WHAT now.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1076325" y="3715642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#project-status: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Updates.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076325" y="4163317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#art-showcase: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Show off pixels!</a:t>
            </a:r>
            <a:endParaRPr/>
          </a:p>
        </p:txBody>
      </p:sp>
      <p:pic>
        <p:nvPicPr>
          <p:cNvPr descr="image.png" id="210" name="Google Shape;21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753617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439025" y="3344167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Pick card from "Next Up"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7439025" y="3791842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Move to "In Progress"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439025" y="4239517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Move to "Review" when done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790575" y="3267967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790575" y="3715642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90575" y="4163317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153275" y="3344167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153275" y="3791842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7153275" y="4239517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COMMS &amp; QUESTS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-1043880"/>
            <a:ext cx="54102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" y="4290119"/>
            <a:ext cx="5410200" cy="45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2360295" y="337244"/>
            <a:ext cx="16802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Google Drive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2509837" y="1013519"/>
            <a:ext cx="1381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Use for Creation</a:t>
            </a:r>
            <a:endParaRPr/>
          </a:p>
        </p:txBody>
      </p:sp>
      <p:pic>
        <p:nvPicPr>
          <p:cNvPr descr="image.png" id="231" name="Google Shape;23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28498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2780347" y="5671244"/>
            <a:ext cx="8401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GitHub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2438400" y="6347519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Use for The Game</a:t>
            </a:r>
            <a:endParaRPr/>
          </a:p>
        </p:txBody>
      </p:sp>
      <p:pic>
        <p:nvPicPr>
          <p:cNvPr descr="image.png" id="234" name="Google Shape;23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1800" y="-71050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2595562" y="1661219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Design Docs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2595562" y="2108894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Original Art (.psd)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2595562" y="2556569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Story Drafts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2595562" y="3004244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/>
          </a:p>
        </p:txBody>
      </p:sp>
      <p:pic>
        <p:nvPicPr>
          <p:cNvPr descr="image.png" id="239" name="Google Shape;23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76562" y="4623494"/>
            <a:ext cx="447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2314575" y="6995219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Exported Assets (.png)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2314575" y="7442894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RPG Maker Project Files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2314575" y="7890569"/>
            <a:ext cx="2057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Code &amp; Plugins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2309812" y="1661219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2309812" y="2108894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2309812" y="2556569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2309812" y="3004244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2028825" y="6995219"/>
            <a:ext cx="95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2028825" y="7442894"/>
            <a:ext cx="95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2028825" y="7890569"/>
            <a:ext cx="952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495300" y="-1937295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WHERE DOES IT GO?</a:t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495300" y="-1367730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356395"/>
            <a:ext cx="336039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5730" y="2356395"/>
            <a:ext cx="336039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36160" y="2356395"/>
            <a:ext cx="3360390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/>
          <p:nvPr/>
        </p:nvSpPr>
        <p:spPr>
          <a:xfrm>
            <a:off x="495300" y="3856583"/>
            <a:ext cx="11201400" cy="38100"/>
          </a:xfrm>
          <a:prstGeom prst="roundRect">
            <a:avLst>
              <a:gd fmla="val 16667" name="adj"/>
            </a:avLst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631317" y="2565945"/>
            <a:ext cx="30883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1. PREPARE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00100" y="3051720"/>
            <a:ext cx="275079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⬇️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704850" y="3689895"/>
            <a:ext cx="29412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Run pull-updates.bat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704850" y="4194720"/>
            <a:ext cx="29412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Check Trello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704850" y="4690020"/>
            <a:ext cx="29412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Post in Discord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4551748" y="2565945"/>
            <a:ext cx="30883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2. ACTION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4720530" y="3051720"/>
            <a:ext cx="275079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🎮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4625280" y="3689895"/>
            <a:ext cx="29412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Create Assets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4625280" y="4185195"/>
            <a:ext cx="29412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Edit Maps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4625280" y="4680495"/>
            <a:ext cx="29412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Test Changes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8472178" y="2565945"/>
            <a:ext cx="308835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3. FINISH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640960" y="3051720"/>
            <a:ext cx="275079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⬆️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8545710" y="3689895"/>
            <a:ext cx="29412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Close Tools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8545710" y="4185195"/>
            <a:ext cx="29412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Run quick-commit.bat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8545710" y="4690020"/>
            <a:ext cx="29412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Update Discord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DAILY QUEST LOOP</a:t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828204"/>
            <a:ext cx="11201400" cy="409500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/>
        </p:nvSpPr>
        <p:spPr>
          <a:xfrm>
            <a:off x="545306" y="2485429"/>
            <a:ext cx="111013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A3633"/>
                </a:solidFill>
                <a:latin typeface="VT323"/>
                <a:ea typeface="VT323"/>
                <a:cs typeface="VT323"/>
                <a:sym typeface="VT323"/>
              </a:rPr>
              <a:t>AVOID FILE CONFLICTS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809625" y="3018829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🚨 ONLY ONE PERSON IN RPG MAKER AT A TIME 🚨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809625" y="3872805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38636"/>
                </a:solidFill>
                <a:latin typeface="Roboto"/>
                <a:ea typeface="Roboto"/>
                <a:cs typeface="Roboto"/>
                <a:sym typeface="Roboto"/>
              </a:rPr>
              <a:t>SAFE TO DO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6286500" y="3872805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3633"/>
                </a:solidFill>
                <a:latin typeface="Roboto"/>
                <a:ea typeface="Roboto"/>
                <a:cs typeface="Roboto"/>
                <a:sym typeface="Roboto"/>
              </a:rPr>
              <a:t>DANGEROUS</a:t>
            </a:r>
            <a:endParaRPr/>
          </a:p>
        </p:txBody>
      </p:sp>
      <p:pic>
        <p:nvPicPr>
          <p:cNvPr descr="image.png" id="288" name="Google Shape;2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88233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 txBox="1"/>
          <p:nvPr/>
        </p:nvSpPr>
        <p:spPr>
          <a:xfrm>
            <a:off x="1095375" y="425633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Family 1: Edit Maps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1095375" y="470401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Family 2: Create NEW Art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1095375" y="515168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Anyone: Write Docs</a:t>
            </a:r>
            <a:endParaRPr/>
          </a:p>
        </p:txBody>
      </p:sp>
      <p:pic>
        <p:nvPicPr>
          <p:cNvPr descr="image.png" id="292" name="Google Shape;29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8233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6572250" y="425633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Two people editing Database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572250" y="470401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Two people editing same Map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6572250" y="515168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Overwriting same Art file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809625" y="425633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809625" y="470401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809625" y="515168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286500" y="425633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6286500" y="470401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6286500" y="515168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⚠️ CRITICAL HIT WARNING</a:t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590550" y="590550"/>
            <a:ext cx="5180647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PHASE 1: THE BUS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590550" y="1160115"/>
            <a:ext cx="493395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1" name="Google Shape;3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050"/>
            <a:ext cx="6076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590550" y="1826865"/>
            <a:ext cx="51806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&gt; Level 1 Mission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590550" y="2503140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Setting: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Interior of a school bus.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590550" y="3188940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NPCs: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12 Unique Students.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590550" y="3874740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Goals: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590550" y="620836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Target: 2-3 Weeks to Complete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876300" y="452244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Tutorial for controls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876300" y="497011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Meet characters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876300" y="541779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Set the quirky/fun tone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590550" y="452244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590550" y="497011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590550" y="541779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27733"/>
            <a:ext cx="54102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3"/>
          <p:cNvSpPr txBox="1"/>
          <p:nvPr/>
        </p:nvSpPr>
        <p:spPr>
          <a:xfrm>
            <a:off x="495300" y="5628233"/>
            <a:ext cx="1120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B61A2"/>
                </a:solidFill>
                <a:latin typeface="Roboto"/>
                <a:ea typeface="Roboto"/>
                <a:cs typeface="Roboto"/>
                <a:sym typeface="Roboto"/>
              </a:rPr>
              <a:t>🎯 ACTION: Everyone contributes 2-3 character ideas!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495300" y="2070645"/>
            <a:ext cx="5680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Archetypes to Brainstorm:</a:t>
            </a:r>
            <a:endParaRPr/>
          </a:p>
        </p:txBody>
      </p:sp>
      <p:pic>
        <p:nvPicPr>
          <p:cNvPr descr="image.png" id="331" name="Google Shape;3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1665833"/>
            <a:ext cx="53340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781050" y="2565945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Class Clown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3533775" y="2565945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Quiet Artist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781050" y="3108870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Overachiever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3533775" y="3108870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Athlete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781050" y="3651795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Bookworm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3533775" y="3651795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Troublemaker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781050" y="4194720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The New Kid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3533775" y="4194720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Gamer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781050" y="4737645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Tech Wizard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3533775" y="4737645"/>
            <a:ext cx="237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Musician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495300" y="256594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3248025" y="256594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495300" y="310887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3248025" y="310887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495300" y="365179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3248025" y="365179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495300" y="419472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3248025" y="419472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495300" y="473764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51" name="Google Shape;351;p23"/>
          <p:cNvSpPr txBox="1"/>
          <p:nvPr/>
        </p:nvSpPr>
        <p:spPr>
          <a:xfrm>
            <a:off x="3248025" y="473764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CHARACTER SELECT</a:t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951607"/>
            <a:ext cx="3543300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951607"/>
            <a:ext cx="3543300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3400" y="951607"/>
            <a:ext cx="3543300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300" y="5371207"/>
            <a:ext cx="112014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4"/>
          <p:cNvSpPr txBox="1"/>
          <p:nvPr/>
        </p:nvSpPr>
        <p:spPr>
          <a:xfrm>
            <a:off x="1986915" y="2332732"/>
            <a:ext cx="5600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KIDS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1595437" y="3009007"/>
            <a:ext cx="1343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Character Ideas</a:t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1633537" y="3694807"/>
            <a:ext cx="1266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Dialogue &amp; Fun</a:t>
            </a:r>
            <a:endParaRPr/>
          </a:p>
        </p:txBody>
      </p:sp>
      <p:sp>
        <p:nvSpPr>
          <p:cNvPr id="366" name="Google Shape;366;p24"/>
          <p:cNvSpPr txBox="1"/>
          <p:nvPr/>
        </p:nvSpPr>
        <p:spPr>
          <a:xfrm>
            <a:off x="1790700" y="4380607"/>
            <a:ext cx="95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Playtesting</a:t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5675947" y="2332732"/>
            <a:ext cx="8401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ADULTS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5657850" y="3009007"/>
            <a:ext cx="87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Tech Impl.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514975" y="3694807"/>
            <a:ext cx="1162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Project Mgmt</a:t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5695950" y="4380607"/>
            <a:ext cx="80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Guidance</a:t>
            </a:r>
            <a:endParaRPr/>
          </a:p>
        </p:txBody>
      </p:sp>
      <p:sp>
        <p:nvSpPr>
          <p:cNvPr id="371" name="Google Shape;371;p24"/>
          <p:cNvSpPr txBox="1"/>
          <p:nvPr/>
        </p:nvSpPr>
        <p:spPr>
          <a:xfrm>
            <a:off x="9364980" y="2332732"/>
            <a:ext cx="1120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TEAMWORK</a:t>
            </a:r>
            <a:endParaRPr/>
          </a:p>
        </p:txBody>
      </p:sp>
      <p:sp>
        <p:nvSpPr>
          <p:cNvPr id="372" name="Google Shape;372;p24"/>
          <p:cNvSpPr txBox="1"/>
          <p:nvPr/>
        </p:nvSpPr>
        <p:spPr>
          <a:xfrm>
            <a:off x="9324975" y="3009007"/>
            <a:ext cx="1200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Brainstorming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9329737" y="3694807"/>
            <a:ext cx="119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Testing Builds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9515475" y="4380607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Feedback</a:t>
            </a:r>
            <a:endParaRPr/>
          </a:p>
        </p:txBody>
      </p:sp>
      <p:pic>
        <p:nvPicPr>
          <p:cNvPr descr="image.png" id="375" name="Google Shape;37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95500" y="128498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0" y="128498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25025" y="128498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4"/>
          <p:cNvSpPr txBox="1"/>
          <p:nvPr/>
        </p:nvSpPr>
        <p:spPr>
          <a:xfrm>
            <a:off x="495300" y="58191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MULTIPLAYER MODE</a:t>
            </a:r>
            <a:endParaRPr/>
          </a:p>
        </p:txBody>
      </p:sp>
      <p:sp>
        <p:nvSpPr>
          <p:cNvPr id="379" name="Google Shape;379;p24"/>
          <p:cNvSpPr/>
          <p:nvPr/>
        </p:nvSpPr>
        <p:spPr>
          <a:xfrm>
            <a:off x="495300" y="627757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70633"/>
            <a:ext cx="54102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5"/>
          <p:cNvSpPr txBox="1"/>
          <p:nvPr/>
        </p:nvSpPr>
        <p:spPr>
          <a:xfrm>
            <a:off x="6572250" y="305172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B61A2"/>
                </a:solidFill>
                <a:latin typeface="Roboto"/>
                <a:ea typeface="Roboto"/>
                <a:cs typeface="Roboto"/>
                <a:sym typeface="Roboto"/>
              </a:rPr>
              <a:t>Everyone has fun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(Hobby, not job!)</a:t>
            </a:r>
            <a:endParaRPr/>
          </a:p>
        </p:txBody>
      </p:sp>
      <p:sp>
        <p:nvSpPr>
          <p:cNvPr id="387" name="Google Shape;387;p25"/>
          <p:cNvSpPr txBox="1"/>
          <p:nvPr/>
        </p:nvSpPr>
        <p:spPr>
          <a:xfrm>
            <a:off x="6572250" y="349939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8A6FF"/>
                </a:solidFill>
                <a:latin typeface="Roboto"/>
                <a:ea typeface="Roboto"/>
                <a:cs typeface="Roboto"/>
                <a:sym typeface="Roboto"/>
              </a:rPr>
              <a:t>Regular Progress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(Something new weekly)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6572250" y="394707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EE787"/>
                </a:solidFill>
                <a:latin typeface="Roboto"/>
                <a:ea typeface="Roboto"/>
                <a:cs typeface="Roboto"/>
                <a:sym typeface="Roboto"/>
              </a:rPr>
              <a:t>Skill Gain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(Git, Art, Logic, Teamwork)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6572250" y="439474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E05A"/>
                </a:solidFill>
                <a:latin typeface="Roboto"/>
                <a:ea typeface="Roboto"/>
                <a:cs typeface="Roboto"/>
                <a:sym typeface="Roboto"/>
              </a:rPr>
              <a:t>Playable Game</a:t>
            </a: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 (Completed Bus Scene)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6286500" y="305172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6286500" y="349939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6286500" y="3947070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93" name="Google Shape;393;p25"/>
          <p:cNvSpPr txBox="1"/>
          <p:nvPr/>
        </p:nvSpPr>
        <p:spPr>
          <a:xfrm>
            <a:off x="6286500" y="4394745"/>
            <a:ext cx="95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VICTORY CONDITIONS</a:t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0" name="Google Shape;4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006030"/>
            <a:ext cx="11201400" cy="82674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6"/>
          <p:cNvSpPr txBox="1"/>
          <p:nvPr/>
        </p:nvSpPr>
        <p:spPr>
          <a:xfrm>
            <a:off x="247650" y="1177230"/>
            <a:ext cx="116967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B61A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READY TO START?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495300" y="2320230"/>
            <a:ext cx="1120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Let's build something amazing!</a:t>
            </a: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695325" y="3206055"/>
            <a:ext cx="108013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9D1D9"/>
                </a:solidFill>
                <a:latin typeface="VT323"/>
                <a:ea typeface="VT323"/>
                <a:cs typeface="VT323"/>
                <a:sym typeface="VT323"/>
              </a:rPr>
              <a:t> github.com/cpr0duct/school-madness</a:t>
            </a:r>
            <a:endParaRPr/>
          </a:p>
        </p:txBody>
      </p:sp>
      <p:sp>
        <p:nvSpPr>
          <p:cNvPr id="405" name="Google Shape;405;p26"/>
          <p:cNvSpPr txBox="1"/>
          <p:nvPr/>
        </p:nvSpPr>
        <p:spPr>
          <a:xfrm>
            <a:off x="247650" y="4651920"/>
            <a:ext cx="1169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EE787"/>
                </a:solidFill>
                <a:latin typeface="VT323"/>
                <a:ea typeface="VT323"/>
                <a:cs typeface="VT323"/>
                <a:sym typeface="VT323"/>
              </a:rPr>
              <a:t>Any Questions?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495300" y="5185320"/>
            <a:ext cx="1120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Setup | Ideas | Workflow</a:t>
            </a:r>
            <a:endParaRPr/>
          </a:p>
        </p:txBody>
      </p:sp>
      <p:pic>
        <p:nvPicPr>
          <p:cNvPr descr="image.png" id="407" name="Google Shape;40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3850" y="3263205"/>
            <a:ext cx="2571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7"/>
          <p:cNvSpPr txBox="1"/>
          <p:nvPr/>
        </p:nvSpPr>
        <p:spPr>
          <a:xfrm>
            <a:off x="495300" y="1497508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495300" y="2301329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 txBox="1"/>
          <p:nvPr/>
        </p:nvSpPr>
        <p:spPr>
          <a:xfrm>
            <a:off x="495300" y="2282279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495300" y="3086100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 txBox="1"/>
          <p:nvPr/>
        </p:nvSpPr>
        <p:spPr>
          <a:xfrm>
            <a:off x="495300" y="3067050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495300" y="3870870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495300" y="3851820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495300" y="4655641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495300" y="4636591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495300" y="5440412"/>
            <a:ext cx="11201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 txBox="1"/>
          <p:nvPr/>
        </p:nvSpPr>
        <p:spPr>
          <a:xfrm>
            <a:off x="495300" y="5421362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8A6FF"/>
                </a:solidFill>
                <a:latin typeface="VT323"/>
                <a:ea typeface="VT323"/>
                <a:cs typeface="VT323"/>
                <a:sym typeface="VT323"/>
              </a:rPr>
              <a:t>&gt;</a:t>
            </a:r>
            <a:endParaRPr/>
          </a:p>
        </p:txBody>
      </p:sp>
      <p:pic>
        <p:nvPicPr>
          <p:cNvPr descr="image.png" id="424" name="Google Shape;42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6755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590675" y="1668958"/>
            <a:ext cx="101060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https://img.itch.zone/aW1hZ2UvMzQzNTI3MC8yMDUwNzg0NC5qcGc=/original/92sYzL.jpg</a:t>
            </a:r>
            <a:endParaRPr/>
          </a:p>
        </p:txBody>
      </p:sp>
      <p:sp>
        <p:nvSpPr>
          <p:cNvPr id="426" name="Google Shape;426;p27"/>
          <p:cNvSpPr txBox="1"/>
          <p:nvPr/>
        </p:nvSpPr>
        <p:spPr>
          <a:xfrm>
            <a:off x="1590675" y="1914673"/>
            <a:ext cx="10106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sanghendrix.itch.io</a:t>
            </a:r>
            <a:endParaRPr/>
          </a:p>
        </p:txBody>
      </p:sp>
      <p:pic>
        <p:nvPicPr>
          <p:cNvPr descr="image.png" id="427" name="Google Shape;42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" y="24602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7"/>
          <p:cNvSpPr txBox="1"/>
          <p:nvPr/>
        </p:nvSpPr>
        <p:spPr>
          <a:xfrm>
            <a:off x="1590675" y="2453729"/>
            <a:ext cx="101060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https://preview.redd.it/we-are-pixel-art-game-developers-hosting-a-pixelated-v0-oox213o86ifd1.gif?format=png8&amp;s=ea055c9693214b68a63e0fe9f9c837a27e0d3c50</a:t>
            </a:r>
            <a:endParaRPr/>
          </a:p>
        </p:txBody>
      </p:sp>
      <p:sp>
        <p:nvSpPr>
          <p:cNvPr id="429" name="Google Shape;429;p27"/>
          <p:cNvSpPr txBox="1"/>
          <p:nvPr/>
        </p:nvSpPr>
        <p:spPr>
          <a:xfrm>
            <a:off x="1590675" y="2699444"/>
            <a:ext cx="10106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www.reddit.com</a:t>
            </a:r>
            <a:endParaRPr/>
          </a:p>
        </p:txBody>
      </p:sp>
      <p:pic>
        <p:nvPicPr>
          <p:cNvPr descr="image.png" id="430" name="Google Shape;43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" y="32450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7"/>
          <p:cNvSpPr txBox="1"/>
          <p:nvPr/>
        </p:nvSpPr>
        <p:spPr>
          <a:xfrm>
            <a:off x="1590675" y="3238500"/>
            <a:ext cx="101060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https://imgcdn.stablediffusionweb.com/2024/10/29/d8633e5c-4efd-4949-bcb0-96d0df6364b3.jpg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1590675" y="3484215"/>
            <a:ext cx="10106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stablediffusionweb.com</a:t>
            </a:r>
            <a:endParaRPr/>
          </a:p>
        </p:txBody>
      </p:sp>
      <p:pic>
        <p:nvPicPr>
          <p:cNvPr descr="image.png" id="433" name="Google Shape;43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300" y="40298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7"/>
          <p:cNvSpPr txBox="1"/>
          <p:nvPr/>
        </p:nvSpPr>
        <p:spPr>
          <a:xfrm>
            <a:off x="1590675" y="4023270"/>
            <a:ext cx="101060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https://img.craftpix.net/2025/01/Schoolboys-Anime-Character-Pixel-Sprite-Pack2.webp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1590675" y="4268985"/>
            <a:ext cx="10106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craftpix.net</a:t>
            </a:r>
            <a:endParaRPr/>
          </a:p>
        </p:txBody>
      </p:sp>
      <p:pic>
        <p:nvPicPr>
          <p:cNvPr descr="image.png" id="436" name="Google Shape;43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300" y="48145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7"/>
          <p:cNvSpPr txBox="1"/>
          <p:nvPr/>
        </p:nvSpPr>
        <p:spPr>
          <a:xfrm>
            <a:off x="1590675" y="4808041"/>
            <a:ext cx="101060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https://cdn.vectorstock.com/i/1000v/03/15/pixel-art-glitch-1-level-up-and-green-arrow-icon-vector-27630315.jpg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1590675" y="5053756"/>
            <a:ext cx="10106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www.vectorstock.com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5300" y="55993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1590675" y="5592812"/>
            <a:ext cx="101060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https://img.freepik.com/premium-vector/school-building-pixel-art-style_744913-2451.jpg</a:t>
            </a:r>
            <a:endParaRPr/>
          </a:p>
        </p:txBody>
      </p:sp>
      <p:sp>
        <p:nvSpPr>
          <p:cNvPr id="441" name="Google Shape;441;p27"/>
          <p:cNvSpPr txBox="1"/>
          <p:nvPr/>
        </p:nvSpPr>
        <p:spPr>
          <a:xfrm>
            <a:off x="1590675" y="5838527"/>
            <a:ext cx="10106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www.freepik.com</a:t>
            </a:r>
            <a:endParaRPr/>
          </a:p>
        </p:txBody>
      </p:sp>
      <p:sp>
        <p:nvSpPr>
          <p:cNvPr id="442" name="Google Shape;442;p27"/>
          <p:cNvSpPr txBox="1"/>
          <p:nvPr/>
        </p:nvSpPr>
        <p:spPr>
          <a:xfrm>
            <a:off x="495300" y="495300"/>
            <a:ext cx="1169670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8A6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IMAGE SOURCES</a:t>
            </a:r>
            <a:endParaRPr/>
          </a:p>
        </p:txBody>
      </p:sp>
      <p:sp>
        <p:nvSpPr>
          <p:cNvPr id="443" name="Google Shape;443;p27"/>
          <p:cNvSpPr/>
          <p:nvPr/>
        </p:nvSpPr>
        <p:spPr>
          <a:xfrm>
            <a:off x="495300" y="1064865"/>
            <a:ext cx="11201400" cy="381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