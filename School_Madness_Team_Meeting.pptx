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02" d="100"/>
          <a:sy n="202" d="100"/>
        </p:scale>
        <p:origin x="620" y="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93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🎮 SCHOOL MADNESS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DE68A"/>
                </a:solidFill>
              </a:rPr>
              <a:t>First Team Meeting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0" y="3200400"/>
            <a:ext cx="18288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FDBFE"/>
                </a:solidFill>
              </a:rPr>
              <a:t>Two Families, One Epic RPG Adventure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</a:rPr>
              <a:t>What Are We Building?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731520"/>
          </a:xfrm>
          <a:prstGeom prst="round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</a:rPr>
              <a:t>GENRE
</a:t>
            </a:r>
            <a:r>
              <a:rPr lang="en-US" sz="1600" b="1" dirty="0">
                <a:solidFill>
                  <a:srgbClr val="1F2937"/>
                </a:solidFill>
              </a:rPr>
              <a:t>Story-driven RPG Adventure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3657600" cy="731520"/>
          </a:xfrm>
          <a:prstGeom prst="round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</a:rPr>
              <a:t>SETTING
</a:t>
            </a:r>
            <a:r>
              <a:rPr lang="en-US" sz="1600" b="1" dirty="0">
                <a:solidFill>
                  <a:srgbClr val="1F2937"/>
                </a:solidFill>
              </a:rPr>
              <a:t>School life with a twist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3657600" cy="731520"/>
          </a:xfrm>
          <a:prstGeom prst="round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</a:rPr>
              <a:t>ENGINE
</a:t>
            </a:r>
            <a:r>
              <a:rPr lang="en-US" sz="1600" b="1" dirty="0">
                <a:solidFill>
                  <a:srgbClr val="1F2937"/>
                </a:solidFill>
              </a:rPr>
              <a:t>RPG Maker MZ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097280"/>
            <a:ext cx="4114800" cy="822960"/>
          </a:xfrm>
          <a:prstGeom prst="round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FIRST SCENE
</a:t>
            </a:r>
            <a:r>
              <a:rPr lang="en-US" sz="1400" dirty="0">
                <a:solidFill>
                  <a:srgbClr val="1F2937"/>
                </a:solidFill>
              </a:rPr>
              <a:t>School bus interior with 12 unique student NPCs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2103120"/>
            <a:ext cx="4114800" cy="822960"/>
          </a:xfrm>
          <a:prstGeom prst="round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GOAL
</a:t>
            </a:r>
            <a:r>
              <a:rPr lang="en-US" sz="1400" dirty="0">
                <a:solidFill>
                  <a:srgbClr val="1F2937"/>
                </a:solidFill>
              </a:rPr>
              <a:t>Create a fun, playable game as a family project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</a:rPr>
              <a:t>Meet Our Development Team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</a:rPr>
              <a:t>Family 1 - Technical Team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Maps, events, game systems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Database configuration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Plugin 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66160" y="1005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38328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Family 2 - Art Team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Character sprites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Tilesets &amp; environments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UI design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1005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0936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</a:rPr>
              <a:t>Everyone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17373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Story &amp; dialogue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Ideas &amp; brainstorming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Playtesting &amp; feedback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B981"/>
                </a:solidFill>
              </a:rPr>
              <a:t>✅ Setup Complete!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931920" cy="731520"/>
          </a:xfrm>
          <a:prstGeom prst="roundRect">
            <a:avLst/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</a:rPr>
              <a:t>✅ GitHub Repository
</a:t>
            </a:r>
            <a:r>
              <a:rPr lang="en-US" sz="1100" dirty="0">
                <a:solidFill>
                  <a:srgbClr val="9CA3AF"/>
                </a:solidFill>
              </a:rPr>
              <a:t>Version control for the project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54880" y="1097280"/>
            <a:ext cx="3931920" cy="731520"/>
          </a:xfrm>
          <a:prstGeom prst="roundRect">
            <a:avLst/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</a:rPr>
              <a:t>✅ Discord Server
</a:t>
            </a:r>
            <a:r>
              <a:rPr lang="en-US" sz="1100" dirty="0">
                <a:solidFill>
                  <a:srgbClr val="9CA3AF"/>
                </a:solidFill>
              </a:rPr>
              <a:t>Team communication hub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3931920" cy="731520"/>
          </a:xfrm>
          <a:prstGeom prst="roundRect">
            <a:avLst/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</a:rPr>
              <a:t>✅ Trello Board
</a:t>
            </a:r>
            <a:r>
              <a:rPr lang="en-US" sz="1100" dirty="0">
                <a:solidFill>
                  <a:srgbClr val="9CA3AF"/>
                </a:solidFill>
              </a:rPr>
              <a:t>Task tracking &amp; planning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2011680"/>
            <a:ext cx="3931920" cy="731520"/>
          </a:xfrm>
          <a:prstGeom prst="roundRect">
            <a:avLst/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</a:rPr>
              <a:t>✅ Google Drive
</a:t>
            </a:r>
            <a:r>
              <a:rPr lang="en-US" sz="1100" dirty="0">
                <a:solidFill>
                  <a:srgbClr val="9CA3AF"/>
                </a:solidFill>
              </a:rPr>
              <a:t>Cloud storage &amp; design docs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3931920" cy="731520"/>
          </a:xfrm>
          <a:prstGeom prst="roundRect">
            <a:avLst/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0B981"/>
                </a:solidFill>
              </a:rPr>
              <a:t>✅ RPG Maker MZ Project
</a:t>
            </a:r>
            <a:r>
              <a:rPr lang="en-US" sz="1100" dirty="0">
                <a:solidFill>
                  <a:srgbClr val="9CA3AF"/>
                </a:solidFill>
              </a:rPr>
              <a:t>Game initialized and ready!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Professional-grade tools that real game studios use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</a:rPr>
              <a:t>GitHub - Version Control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What It Does: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• Stores all game files in the cloud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• Tracks every change with full history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• Lets us work on different parts simultaneously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• Automatic backup of everything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How You'll Use It: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371600"/>
            <a:ext cx="3931920" cy="1828800"/>
          </a:xfrm>
          <a:prstGeom prst="roundRect">
            <a:avLst/>
          </a:prstGeom>
          <a:solidFill>
            <a:srgbClr val="F3F4F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1. Clone the repository (one-time)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2. Before working: Run pull-updates.bat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3. After working: Run quick-commit.bat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That's it! No command line needed.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Repository: github.com/cpr0duct/school-madness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</a:rPr>
              <a:t>Discord - Team Communication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Key Channels: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#task-coordination - Who's working on what NOW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#project-status - Progress updates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#art-showcase - Share your creations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#github-activity - Commit notifications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#help-needed - Ask anything!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1828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</a:rPr>
              <a:t>⚠️ Golden Rule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3776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</a:rPr>
              <a:t>Post in #task-coordination BEFORE opening RPG Maker!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Only one person can edit game data at a time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</a:rPr>
              <a:t>Trello - Task Management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Our Workflow Columns: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280160" cy="457200"/>
          </a:xfrm>
          <a:prstGeom prst="round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Backlog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0" y="1280160"/>
            <a:ext cx="1280160" cy="457200"/>
          </a:xfrm>
          <a:prstGeom prst="round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This Week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1280160"/>
            <a:ext cx="1280160" cy="457200"/>
          </a:xfrm>
          <a:prstGeom prst="round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Next Up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280160"/>
            <a:ext cx="1280160" cy="457200"/>
          </a:xfrm>
          <a:prstGeom prst="roundRect">
            <a:avLst/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0" y="1280160"/>
            <a:ext cx="1280160" cy="457200"/>
          </a:xfrm>
          <a:prstGeom prst="roundRect">
            <a:avLst/>
          </a:prstGeom>
          <a:solidFill>
            <a:srgbClr val="E0E7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Review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0" y="1280160"/>
            <a:ext cx="1280160" cy="457200"/>
          </a:xfrm>
          <a:prstGeom prst="roundRect">
            <a:avLst/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Done 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How To Use: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8229600" cy="1097280"/>
          </a:xfrm>
          <a:prstGeom prst="roundRect">
            <a:avLst/>
          </a:prstGeom>
          <a:solidFill>
            <a:srgbClr val="F9FAF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1. Pick a card from "Next Up"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2. Move it to "In Progress" and assign yourself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3. Move to "Review" when done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</a:rPr>
              <a:t>Google Drive - Cloud Storage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2560320"/>
          </a:xfrm>
          <a:prstGeom prst="round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</a:rPr>
              <a:t>📁 What Goes Here: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📄 Design documents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🎨 Original art files (.psd, .aseprite)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📝 Story &amp; dialogue drafts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💾 Weekly project backups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🎬 Meeting recordings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📸 Reference images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2560320"/>
          </a:xfrm>
          <a:prstGeom prst="round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151"/>
                </a:solidFill>
              </a:rPr>
              <a:t>💻 What Goes in GitHub: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371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Exported game assets (PNG)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RPG Maker project files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Code &amp; plugins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2651760"/>
            <a:ext cx="3657600" cy="457200"/>
          </a:xfrm>
          <a:prstGeom prst="round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</a:rPr>
              <a:t>Think: Drive for creation, GitHub for the final game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</a:rPr>
              <a:t>What YOU Need to 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27432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</a:rPr>
              <a:t>Everyone (This Week):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☐ Accept GitHub repository invitation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☐ Install Git, GitHub Desktop, Git LFS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☐ Clone the repository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☐ Join Discord server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☐ Access Trello board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☐ Access Google Drive folder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2743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</a:rPr>
              <a:t>Family 2 Specific: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3716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☐ Install RPG Maker MZ (if helping with testing)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☐ Share your preferred art tools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Don't worry if it seems complicated - we'll help!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</a:rPr>
              <a:t>How to Get Set Up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Step-by-step resources already in the repository: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📁 GITHUB_SETUP_STATUS.md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2743200" cy="1097280"/>
          </a:xfrm>
          <a:prstGeom prst="round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What's already done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What you need to do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Troubleshooting tips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9184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📁 AUTOMATION_SCRIPTS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737360"/>
            <a:ext cx="2743200" cy="1097280"/>
          </a:xfrm>
          <a:prstGeom prst="round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How to use quick-commit.bat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How to use pull-updates.bat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Daily workflow guide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📁 WORKFLOW_GUIDE.md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1737360"/>
            <a:ext cx="2743200" cy="1097280"/>
          </a:xfrm>
          <a:prstGeom prst="round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How all tools work together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Best practices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Coordination rules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8229600" cy="457200"/>
          </a:xfrm>
          <a:prstGeom prst="round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D4ED8"/>
                </a:solidFill>
              </a:rPr>
              <a:t>💡 Take your time, follow the guides, and ask for help in Discord!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</a:rPr>
              <a:t>The Daily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</a:rPr>
              <a:t>🟦 Before You Start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1. Run pull-updates.bat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2. Post in Discord #task-coordination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3. Check Trello for your task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914400"/>
            <a:ext cx="2743200" cy="2560320"/>
          </a:xfrm>
          <a:prstGeom prst="round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8328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🟨 While Working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37160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Create/edit your assigned files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Save frequently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Test your changes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914400"/>
            <a:ext cx="2743200" cy="2560320"/>
          </a:xfrm>
          <a:prstGeom prst="round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0" y="1005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</a:rPr>
              <a:t>🟩 After You Finish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137160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1. Save and close tools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2. Run quick-commit.bat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3. Enter description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4. Post in Discord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Simple as that! The scripts automate all the Git complexity.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</a:rPr>
              <a:t>⚠️ Avoiding Conflicts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7315200" cy="6400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</a:rPr>
              <a:t>🚨 ONE person in RPG Maker at a time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931920" cy="1645920"/>
          </a:xfrm>
          <a:prstGeom prst="round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</a:rPr>
              <a:t>✅ Safe to Do Simultaneously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• Family 1: Edit maps/events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• Family 2: Create NEW art assets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• Anyone: Write docs/story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3931920" cy="1645920"/>
          </a:xfrm>
          <a:prstGeom prst="round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❌ Causes Conflicts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21945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• Two people editing same map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• Two people editing database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• Two people editing same art file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657600"/>
            <a:ext cx="7315200" cy="457200"/>
          </a:xfrm>
          <a:prstGeom prst="roundRect">
            <a:avLst/>
          </a:prstGeom>
          <a:solidFill>
            <a:srgbClr val="37415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DE68A"/>
                </a:solidFill>
              </a:rPr>
              <a:t>💬 Always communicate in Discord first!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</a:rPr>
              <a:t>🚌 Phase 1: School Bus Scene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The First Map: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1371600"/>
          </a:xfrm>
          <a:prstGeom prst="round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Setting: Interior of a school bus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Layout: 6 rows of seats, center aisle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NPCs: 12 unique students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Gameplay: Walk, talk, learn mechanics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Goals: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1645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0" y="14630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✓ Introduce players to the game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✓ Tutorial for controls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✓ Meet memorable characters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✓ Set the tone (fun, quirky, relatable)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Our tutorial AND first impression - make it count!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</a:rPr>
              <a:t>What's Next (First Sprint)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2560320"/>
          </a:xfrm>
          <a:prstGeom prst="round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Design &amp; Planning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• Create Game Design Document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• Define the 12 student characters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• Write initial dialogue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• Sketch bus layout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743200" cy="2560320"/>
          </a:xfrm>
          <a:prstGeom prst="round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0" y="1005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8328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Art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73736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• Decide art style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• Create 4 student sprites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• Design bus tileset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914400"/>
            <a:ext cx="2743200" cy="2560320"/>
          </a:xfrm>
          <a:prstGeom prst="round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1005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1792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Technical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173736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• Build bus map in RPG Maker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• Set up NPC events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• Test playability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Target: 2-3 weeks to complete Phase 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</a:rPr>
              <a:t>The 12 Students - Brainstorming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Student archetypes to consider: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371600" cy="457200"/>
          </a:xfrm>
          <a:prstGeom prst="round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The Class Clown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74520" y="1280160"/>
            <a:ext cx="1371600" cy="457200"/>
          </a:xfrm>
          <a:prstGeom prst="round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The Quiet Artist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91840" y="1280160"/>
            <a:ext cx="1371600" cy="457200"/>
          </a:xfrm>
          <a:prstGeom prst="roundRect">
            <a:avLst/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The Overachiever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09160" y="1280160"/>
            <a:ext cx="1371600" cy="457200"/>
          </a:xfrm>
          <a:prstGeom prst="roundRect">
            <a:avLst/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The Athlete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126480" y="1280160"/>
            <a:ext cx="1371600" cy="457200"/>
          </a:xfrm>
          <a:prstGeom prst="roundRect">
            <a:avLst/>
          </a:prstGeom>
          <a:solidFill>
            <a:srgbClr val="E0E7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The Bookworm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543800" y="1280160"/>
            <a:ext cx="1371600" cy="457200"/>
          </a:xfrm>
          <a:prstGeom prst="roundRect">
            <a:avLst/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The Troublemaker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1371600" cy="457200"/>
          </a:xfrm>
          <a:prstGeom prst="roundRect">
            <a:avLst/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The New Kid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74520" y="1828800"/>
            <a:ext cx="1371600" cy="457200"/>
          </a:xfrm>
          <a:prstGeom prst="roundRect">
            <a:avLst/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Class President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0" y="1828800"/>
            <a:ext cx="1371600" cy="457200"/>
          </a:xfrm>
          <a:prstGeom prst="roundRect">
            <a:avLst/>
          </a:prstGeom>
          <a:solidFill>
            <a:srgbClr val="F3E8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The Gamer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09160" y="1828800"/>
            <a:ext cx="1371600" cy="457200"/>
          </a:xfrm>
          <a:prstGeom prst="round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The Musician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26480" y="1828800"/>
            <a:ext cx="1371600" cy="457200"/>
          </a:xfrm>
          <a:prstGeom prst="roundRect">
            <a:avLst/>
          </a:prstGeom>
          <a:solidFill>
            <a:srgbClr val="FEF9C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The Daydreamer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543800" y="1828800"/>
            <a:ext cx="1371600" cy="457200"/>
          </a:xfrm>
          <a:prstGeom prst="round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The Tech Wizard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2743200"/>
            <a:ext cx="7315200" cy="548640"/>
          </a:xfrm>
          <a:prstGeom prst="round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🎯 Next Step: Everyone contributes 2-3 character ideas!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</a:rPr>
              <a:t>💡 Everyone Has a Voice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2560320"/>
          </a:xfrm>
          <a:prstGeom prst="round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👶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Kids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• Character ideas &amp; personalities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• Dialogue (how kids actually talk!)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• Story ideas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• Playtesting feedback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743200" cy="2560320"/>
          </a:xfrm>
          <a:prstGeom prst="round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0" y="1005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👨‍👩‍👧‍👦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38328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</a:rPr>
              <a:t>Adults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73736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• Technical implementation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• Project management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• Art creation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• Guidance &amp; teaching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914400"/>
            <a:ext cx="2743200" cy="2560320"/>
          </a:xfrm>
          <a:prstGeom prst="round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1005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21792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7857"/>
                </a:solidFill>
              </a:rPr>
              <a:t>Everyone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173736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• Brainstorming sessions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• Testing builds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• Feedback &amp; ideas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This is a FAMILY project - everyone's ideas matter!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</a:rPr>
              <a:t>📅 How We'll Stay Connected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2286000"/>
          </a:xfrm>
          <a:prstGeom prst="round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</a:rPr>
              <a:t>Weekly Team Meetings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When: Every Saturday, 3pm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Where: Discord voice channel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Duration: 30-60 minutes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Agenda: Progress, planning, problems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914400"/>
            <a:ext cx="2743200" cy="2286000"/>
          </a:xfrm>
          <a:prstGeom prst="round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83280" y="1005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Daily Check-ins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0" y="14630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• Post updates in Discord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• Share progress screenshots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• Ask questions anytime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914400"/>
            <a:ext cx="2743200" cy="2286000"/>
          </a:xfrm>
          <a:prstGeom prst="round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0" y="1005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7857"/>
                </a:solidFill>
              </a:rPr>
              <a:t>Monthly Playtests 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14630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• Everyone plays latest build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• Provide feedback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• Celebrate progress!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</a:rPr>
              <a:t>🎓 What We'll Learn Together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Technical Skills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1828800"/>
          </a:xfrm>
          <a:prstGeom prst="round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🎮 Game development fundamentals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💻 Version control (Git/GitHub)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📋 Project management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🎨 Digital art &amp; animation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🤝 Collaborative workflow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Soft Skills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371600"/>
            <a:ext cx="3931920" cy="1828800"/>
          </a:xfrm>
          <a:prstGeom prst="round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💬 Communication &amp; coordination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🧩 Creative problem-solving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📝 Giving &amp; receiving feedback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⏰ Meeting deadlines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</a:rPr>
              <a:t>👨‍👩‍👧‍👦 Teamwork across families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These skills are valuable way beyond game development!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</a:rPr>
              <a:t>🏆 How We'll Know We're Winning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931920" cy="731520"/>
          </a:xfrm>
          <a:prstGeom prst="roundRect">
            <a:avLst/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</a:rPr>
              <a:t>✅ Everyone is having fun
</a:t>
            </a:r>
            <a:r>
              <a:rPr lang="en-US" sz="1000" dirty="0">
                <a:solidFill>
                  <a:srgbClr val="4B5563"/>
                </a:solidFill>
              </a:rPr>
              <a:t>This is a hobby, not a job!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0" y="1005840"/>
            <a:ext cx="3931920" cy="731520"/>
          </a:xfrm>
          <a:prstGeom prst="roundRect">
            <a:avLst/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</a:rPr>
              <a:t>✅ Regular progress
</a:t>
            </a:r>
            <a:r>
              <a:rPr lang="en-US" sz="1000" dirty="0">
                <a:solidFill>
                  <a:srgbClr val="4B5563"/>
                </a:solidFill>
              </a:rPr>
              <a:t>Something new every week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931920" cy="731520"/>
          </a:xfrm>
          <a:prstGeom prst="roundRect">
            <a:avLst/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</a:rPr>
              <a:t>✅ Smooth collaboration
</a:t>
            </a:r>
            <a:r>
              <a:rPr lang="en-US" sz="1000" dirty="0">
                <a:solidFill>
                  <a:srgbClr val="4B5563"/>
                </a:solidFill>
              </a:rPr>
              <a:t>No major conflicts or frustration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828800"/>
            <a:ext cx="3931920" cy="731520"/>
          </a:xfrm>
          <a:prstGeom prst="roundRect">
            <a:avLst/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</a:rPr>
              <a:t>✅ Learning happening
</a:t>
            </a:r>
            <a:r>
              <a:rPr lang="en-US" sz="1000" dirty="0">
                <a:solidFill>
                  <a:srgbClr val="4B5563"/>
                </a:solidFill>
              </a:rPr>
              <a:t>Kids (and adults!) gaining new skills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7315200" cy="548640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</a:rPr>
              <a:t>✅ Playable game: At least one complete, polished scene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The minimum viable product is the school bus scene. Everything beyond that is bonus!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</a:rPr>
              <a:t>❓ Questions &amp; Discussion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Open Floor: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1371600"/>
          </a:xfrm>
          <a:prstGeom prst="round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• Any questions about tools?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• Concerns about the workflow?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• Ideas for the game?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</a:rPr>
              <a:t>• Scheduling conflicts?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Action Items: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371600"/>
            <a:ext cx="393192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☐ Complete setup this week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☐ Submit character ideas by [DATE]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☐ Attend next meeting: [DATE]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Don't hold back - if something's unclear, ask!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🎮 Let's Build Something Amazing!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0" y="1920240"/>
            <a:ext cx="18288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FDBFE"/>
                </a:solidFill>
              </a:rPr>
              <a:t>School Madness Awaits!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0" y="2651760"/>
            <a:ext cx="4572000" cy="1371600"/>
          </a:xfrm>
          <a:prstGeom prst="round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468880" y="274320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🎮 We're making a game together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👨‍👩‍👧‍👦 Everyone contributes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📚 We're learning as we go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🎉 Have fun!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</a:rPr>
              <a:t>Repository: github.com/cpr0duct/school-madness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1310</Words>
  <Application>Microsoft Office PowerPoint</Application>
  <PresentationFormat>On-screen Show (16:9)</PresentationFormat>
  <Paragraphs>272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Madness - First Team Meeting</dc:title>
  <dc:subject>PptxGenJS Presentation</dc:subject>
  <dc:creator>School Madness Dev Team</dc:creator>
  <cp:lastModifiedBy>Conan Aspery</cp:lastModifiedBy>
  <cp:revision>2</cp:revision>
  <dcterms:created xsi:type="dcterms:W3CDTF">2025-11-30T04:49:14Z</dcterms:created>
  <dcterms:modified xsi:type="dcterms:W3CDTF">2025-11-30T05:39:39Z</dcterms:modified>
</cp:coreProperties>
</file>