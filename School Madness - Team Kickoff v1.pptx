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VT323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24" Type="http://schemas.openxmlformats.org/officeDocument/2006/relationships/font" Target="fonts/VT323-regular.fntdata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9785dd0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9785dd0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9785dd0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9785dd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9785dd0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b9785dd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9785dd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9785dd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9785dd0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9785dd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9785dd0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9785dd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9785dd0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b9785dd0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9785dd0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b9785dd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9785dd0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9785dd0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9785dd0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9785dd0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b9785dd0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b9785dd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b9785dd0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b9785dd0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9785dd0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9785dd0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 want this image to kick off the presentation.  it should be pixelated art for a video game about school madness. 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386" r="386" t="0"/>
          <a:stretch/>
        </p:blipFill>
        <p:spPr>
          <a:xfrm>
            <a:off x="0" y="0"/>
            <a:ext cx="12192000" cy="686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2546895"/>
            <a:ext cx="334893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1534" y="2546895"/>
            <a:ext cx="334893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719" y="2546895"/>
            <a:ext cx="334893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514350" y="5547283"/>
            <a:ext cx="11163300" cy="76200"/>
          </a:xfrm>
          <a:prstGeom prst="roundRect">
            <a:avLst>
              <a:gd fmla="val 16667" name="adj"/>
            </a:avLst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670656" y="2775495"/>
            <a:ext cx="3036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BBF24"/>
                </a:solidFill>
                <a:latin typeface="VT323"/>
                <a:ea typeface="VT323"/>
                <a:cs typeface="VT323"/>
                <a:sym typeface="VT323"/>
              </a:rPr>
              <a:t>1. PREPARE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838200" y="3261270"/>
            <a:ext cx="270123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⬇️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4577841" y="2775495"/>
            <a:ext cx="3036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A855F7"/>
                </a:solidFill>
                <a:latin typeface="VT323"/>
                <a:ea typeface="VT323"/>
                <a:cs typeface="VT323"/>
                <a:sym typeface="VT323"/>
              </a:rPr>
              <a:t>2. ACTION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4745384" y="3261270"/>
            <a:ext cx="270123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🎮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8485026" y="2775495"/>
            <a:ext cx="3036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B981"/>
                </a:solidFill>
                <a:latin typeface="VT323"/>
                <a:ea typeface="VT323"/>
                <a:cs typeface="VT323"/>
                <a:sym typeface="VT323"/>
              </a:rPr>
              <a:t>3. FINISH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8652569" y="3261270"/>
            <a:ext cx="270123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⬆️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981075" y="3861345"/>
            <a:ext cx="26536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Run pull-updates.bat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981075" y="4289970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Check Trello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981075" y="4709070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Post in Discord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4888259" y="3861345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Create Assets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4888259" y="4280445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Edit Maps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4888259" y="4699545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Test Changes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8795444" y="3861345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Close Tools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8795444" y="4280445"/>
            <a:ext cx="26536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Run quick-commit.bat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8795444" y="4709070"/>
            <a:ext cx="26536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Update Discord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742950" y="38803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742950" y="430902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742950" y="472812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4650134" y="38803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4650134" y="42994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4650134" y="47185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8557319" y="38803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8557319" y="429949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8557319" y="472812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BBF24"/>
                </a:solidFill>
                <a:latin typeface="Roboto"/>
                <a:ea typeface="Roboto"/>
                <a:cs typeface="Roboto"/>
                <a:sym typeface="Roboto"/>
              </a:rPr>
              <a:t>►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514350" y="1083915"/>
            <a:ext cx="111633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